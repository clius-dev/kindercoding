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8" r:id="rId2"/>
    <p:sldId id="279" r:id="rId3"/>
    <p:sldId id="280" r:id="rId4"/>
    <p:sldId id="282" r:id="rId5"/>
    <p:sldId id="283" r:id="rId6"/>
    <p:sldId id="281" r:id="rId7"/>
    <p:sldId id="284" r:id="rId8"/>
    <p:sldId id="28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12" y="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564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2F1AB-B558-E651-225A-B6F7462C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132E6-FFE8-2DF6-D7F0-51C345684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70C38-00C3-D97D-4C3C-6EEFFFA81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5E9B3-98DA-F0FF-F8AF-EE095248CE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537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E0EB-0B61-39EA-F19D-5FF9FF5A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2E685-77D8-4D2C-4670-D44085A1A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F1514-95B8-8209-C0D6-8D099B49B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82593-55C6-A335-A0F6-2336517811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4966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01D2-B8AB-A344-B59D-1F2DE174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B0B0E-7427-3A0C-8230-EEE36A140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9394F-DB07-1B91-5C96-E70931CC0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A53D4-ACCA-6495-C97F-87F097A9F1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449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AC3E-58BF-7E26-CABB-B7C2B0185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2E138-2E1F-42D5-B9AA-31414D87B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7F93A-AF47-9010-DD64-30A79BC60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08C39-99F5-724D-C059-1BFD4E1E7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74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B4E80-06E5-1C58-AC6A-47FEEB6BF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3DA43-3BF6-A38D-6AD3-7860232F0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A1D66-5FB0-F5DC-B45E-28B8F1709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51141-030C-D478-1E20-D00A3C6DEA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3805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5288E-9EC2-07BB-03EE-61FACD616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E1182-B3DE-6E47-6A32-1CFF96C71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5E566-B3DD-5B6C-F019-C3D44E97C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67270-03E4-736F-EF2E-E7AF60B2B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305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5266F-23E3-F25F-F51A-769D35392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7EAA6-365D-51B1-E5B4-EC36E00E3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67360-942B-76F5-02B0-56C8A0C3B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74747-7707-44A0-9FF2-E223901E11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557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9E8C9-C647-6746-AC66-2E64E162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B7A62-5010-E824-334A-2E636C767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FB272-9412-A8C5-D587-8901CC95C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17FE3-3F0B-C019-5110-4B21CA0EAD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986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73894-E0E0-80C4-1D3F-B63BBD7DD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647040A-2362-E15A-4CD2-4C058CD9B0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2514" y="969130"/>
            <a:ext cx="5304312" cy="353620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9128455-62B3-7684-184D-BEA836A8B0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41622" y="969130"/>
            <a:ext cx="5657612" cy="3524880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D46EC726-5CAE-745F-2D17-DDAD2EC078A2}"/>
              </a:ext>
            </a:extLst>
          </p:cNvPr>
          <p:cNvSpPr txBox="1"/>
          <p:nvPr/>
        </p:nvSpPr>
        <p:spPr>
          <a:xfrm>
            <a:off x="522513" y="4739924"/>
            <a:ext cx="11076720" cy="41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스타일 정의: </a:t>
            </a:r>
            <a:r>
              <a:rPr kumimoji="0" lang="ko-KR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Cozy</a:t>
            </a:r>
            <a:r>
              <a:rPr kumimoji="0" lang="ko-KR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ko-KR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Learning</a:t>
            </a:r>
            <a:r>
              <a:rPr kumimoji="0" lang="ko-KR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Quest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2BE60839-6414-2253-E050-338B0503B92C}"/>
              </a:ext>
            </a:extLst>
          </p:cNvPr>
          <p:cNvSpPr txBox="1"/>
          <p:nvPr/>
        </p:nvSpPr>
        <p:spPr>
          <a:xfrm>
            <a:off x="522513" y="5209834"/>
            <a:ext cx="11076720" cy="10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아이소메트릭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3/4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시점</a:t>
            </a:r>
          </a:p>
          <a:p>
            <a:pPr marL="0" marR="0" lvl="0" indent="0" algn="l" defTabSz="914400" rtl="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둥글고 단순한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로우폴리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형태</a:t>
            </a:r>
          </a:p>
          <a:p>
            <a:pPr marL="0" marR="0" lvl="0" indent="0" algn="l" defTabSz="914400" rtl="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보드게임과 미니어처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디오라마의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결합</a:t>
            </a:r>
          </a:p>
          <a:p>
            <a:pPr marL="0" marR="0" lvl="0" indent="0" algn="l" defTabSz="914400" rtl="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무광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클레이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소프트 플라스틱 재질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6188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120D31-F229-0B50-5537-62B59FD0C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0E619EA-7D22-D961-3078-F40A6692CB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2513" y="969131"/>
            <a:ext cx="5481769" cy="34286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1FECB5-9441-728B-4315-311071447E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969130"/>
            <a:ext cx="5503233" cy="3428697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F95350B7-814C-46F4-8530-A0D857E77FAF}"/>
              </a:ext>
            </a:extLst>
          </p:cNvPr>
          <p:cNvSpPr txBox="1"/>
          <p:nvPr/>
        </p:nvSpPr>
        <p:spPr>
          <a:xfrm>
            <a:off x="522513" y="4739924"/>
            <a:ext cx="11076720" cy="41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kumimoji="0" lang="ko-KR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스타일 정의: </a:t>
            </a:r>
            <a:r>
              <a:rPr lang="en-US" altLang="ko-KR" sz="24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Cozy Rounded Garden Diorama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7169DA2-C092-4BC8-EFAB-353585424C5D}"/>
              </a:ext>
            </a:extLst>
          </p:cNvPr>
          <p:cNvSpPr txBox="1"/>
          <p:nvPr/>
        </p:nvSpPr>
        <p:spPr>
          <a:xfrm>
            <a:off x="522513" y="5209834"/>
            <a:ext cx="11076720" cy="10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>
              <a:lnSpc>
                <a:spcPts val="1610"/>
              </a:lnSpc>
            </a:pP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3D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정원 비주얼 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+ 2D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 조합</a:t>
            </a:r>
          </a:p>
          <a:p>
            <a:pPr lvl="0">
              <a:lnSpc>
                <a:spcPts val="1610"/>
              </a:lnSpc>
            </a:pP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정원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연못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채소밭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캐릭터는 부드러운 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3D</a:t>
            </a:r>
          </a:p>
          <a:p>
            <a:pPr lvl="0">
              <a:lnSpc>
                <a:spcPts val="1610"/>
              </a:lnSpc>
            </a:pP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라벨과 상단 조작 버튼은 평면 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237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1051D-8DD6-1723-B34D-20E7FBCE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0E73D6E-D1C0-F5D5-E179-EF80BA3A53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2514" y="969131"/>
            <a:ext cx="5481767" cy="34286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B094FE9-F099-E2E8-801D-D896A2FBF6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1" y="969130"/>
            <a:ext cx="5503231" cy="3428697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ABC00002-3EB6-B715-0E33-98A664B660AD}"/>
              </a:ext>
            </a:extLst>
          </p:cNvPr>
          <p:cNvSpPr txBox="1"/>
          <p:nvPr/>
        </p:nvSpPr>
        <p:spPr>
          <a:xfrm>
            <a:off x="522513" y="4739924"/>
            <a:ext cx="11076720" cy="41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ko-KR" altLang="ko-KR" sz="24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스타일 정의: </a:t>
            </a:r>
            <a:r>
              <a:rPr lang="en-US" altLang="ko-KR" sz="24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Candy Pop Storybook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A98D0C1-9DD8-FEE1-3DE3-2C3272ECBC91}"/>
              </a:ext>
            </a:extLst>
          </p:cNvPr>
          <p:cNvSpPr txBox="1"/>
          <p:nvPr/>
        </p:nvSpPr>
        <p:spPr>
          <a:xfrm>
            <a:off x="522513" y="5209834"/>
            <a:ext cx="11076720" cy="10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>
              <a:lnSpc>
                <a:spcPts val="1610"/>
              </a:lnSpc>
            </a:pP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말랑한 매트 질감의 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3D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</a:p>
          <a:p>
            <a:pPr lvl="0">
              <a:lnSpc>
                <a:spcPts val="1610"/>
              </a:lnSpc>
            </a:pP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크림색 종이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리본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배지로 구성된 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 UI</a:t>
            </a:r>
          </a:p>
          <a:p>
            <a:pPr lvl="0">
              <a:lnSpc>
                <a:spcPts val="1610"/>
              </a:lnSpc>
            </a:pP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굵은 브라운 외곽선과 스티커 같은 아이콘</a:t>
            </a:r>
          </a:p>
          <a:p>
            <a:pPr lvl="0">
              <a:lnSpc>
                <a:spcPts val="1610"/>
              </a:lnSpc>
            </a:pP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섬유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박음질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패턴을 활용한 수공예 질감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84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E37F21-08D9-63B1-8E06-1C0DFD29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88E4262-8D53-D3EA-23F2-43A833573D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2514" y="969131"/>
            <a:ext cx="5481767" cy="34286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7153AB0-9D13-51B8-7D9A-40AC4DFB7B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6733" y="969130"/>
            <a:ext cx="5481767" cy="3428697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15794B28-E220-B3DD-2151-2A2B0951822B}"/>
              </a:ext>
            </a:extLst>
          </p:cNvPr>
          <p:cNvSpPr txBox="1"/>
          <p:nvPr/>
        </p:nvSpPr>
        <p:spPr>
          <a:xfrm>
            <a:off x="522513" y="4739924"/>
            <a:ext cx="11076720" cy="41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ko-KR" altLang="ko-KR" sz="24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스타일 정의: </a:t>
            </a:r>
            <a:r>
              <a:rPr lang="en-US" altLang="ko-KR" sz="24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Tactile Creative Desk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F612E94A-09FA-E235-0871-46775BA3EC97}"/>
              </a:ext>
            </a:extLst>
          </p:cNvPr>
          <p:cNvSpPr txBox="1"/>
          <p:nvPr/>
        </p:nvSpPr>
        <p:spPr>
          <a:xfrm>
            <a:off x="522513" y="5209834"/>
            <a:ext cx="11076720" cy="10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>
              <a:lnSpc>
                <a:spcPts val="1610"/>
              </a:lnSpc>
            </a:pP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책상을 촬영한 듯한 </a:t>
            </a:r>
            <a:r>
              <a:rPr lang="ko-KR" altLang="en-US" sz="1150" dirty="0" err="1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탑뷰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구도</a:t>
            </a:r>
          </a:p>
          <a:p>
            <a:pPr lvl="0">
              <a:lnSpc>
                <a:spcPts val="1610"/>
              </a:lnSpc>
            </a:pP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코르크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섬유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투명 플라스틱의 사실적인 재질</a:t>
            </a:r>
          </a:p>
          <a:p>
            <a:pPr lvl="0">
              <a:lnSpc>
                <a:spcPts val="1610"/>
              </a:lnSpc>
            </a:pP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어린이용이지만 포트폴리오 </a:t>
            </a:r>
            <a:r>
              <a:rPr lang="ko-KR" altLang="en-US" sz="1150" dirty="0" err="1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에디토리얼처럼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정돈된 구성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71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9FB93-6C33-8A3A-D767-48610F29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29448F0-57E0-7261-79FF-DEFF6680D7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2514" y="969131"/>
            <a:ext cx="5481767" cy="34286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DEDE1F-CC23-FE66-0785-546C6182BD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6733" y="969130"/>
            <a:ext cx="5481767" cy="3428697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BEF7F26B-3171-D510-B06D-CD9FA8CC64CE}"/>
              </a:ext>
            </a:extLst>
          </p:cNvPr>
          <p:cNvSpPr txBox="1"/>
          <p:nvPr/>
        </p:nvSpPr>
        <p:spPr>
          <a:xfrm>
            <a:off x="522513" y="4739924"/>
            <a:ext cx="11076720" cy="41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ko-KR" altLang="ko-KR" sz="24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스타일 정의: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Painted Field Guide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631C37DA-D406-983A-83E9-EE7FC6E4861C}"/>
              </a:ext>
            </a:extLst>
          </p:cNvPr>
          <p:cNvSpPr txBox="1"/>
          <p:nvPr/>
        </p:nvSpPr>
        <p:spPr>
          <a:xfrm>
            <a:off x="522513" y="5209834"/>
            <a:ext cx="11076720" cy="10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거친 붓 가장자리의 크림색 패널</a:t>
            </a:r>
          </a:p>
          <a:p>
            <a:pPr marL="0" marR="0" lvl="0" indent="0" algn="l" defTabSz="914400" rtl="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짙은 갈색의 불규칙한 외곽선</a:t>
            </a:r>
          </a:p>
          <a:p>
            <a:pPr marL="0" marR="0" lvl="0" indent="0" algn="l" defTabSz="914400" rtl="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색상으로 구분되는 버튼 하단 그림자</a:t>
            </a:r>
          </a:p>
          <a:p>
            <a:pPr marL="0" marR="0" lvl="0" indent="0" algn="l" defTabSz="914400" rtl="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7B7488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아날로그 감성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72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DCB97-FAD9-FC72-995F-5A9CD3E1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F50812-6FD6-A17E-D960-69D4373D4A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2513" y="798918"/>
            <a:ext cx="5026682" cy="37700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F5A9A1F-3558-AE45-3794-1C3203987C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12406" y="795947"/>
            <a:ext cx="6057081" cy="3773763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769D3C09-4A10-ECFA-8695-0B2D2E844EC6}"/>
              </a:ext>
            </a:extLst>
          </p:cNvPr>
          <p:cNvSpPr txBox="1"/>
          <p:nvPr/>
        </p:nvSpPr>
        <p:spPr>
          <a:xfrm>
            <a:off x="522513" y="4739924"/>
            <a:ext cx="11076720" cy="41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/>
            <a:r>
              <a:rPr lang="ko-KR" altLang="ko-KR" sz="24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스타일 정의: </a:t>
            </a:r>
            <a:r>
              <a:rPr lang="en-US" altLang="ko-KR" sz="24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Textured Cut-Paper Storybook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FB284870-8C2E-0C0E-A053-6E2C88201495}"/>
              </a:ext>
            </a:extLst>
          </p:cNvPr>
          <p:cNvSpPr txBox="1"/>
          <p:nvPr/>
        </p:nvSpPr>
        <p:spPr>
          <a:xfrm>
            <a:off x="522513" y="5209834"/>
            <a:ext cx="11076720" cy="10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>
              <a:lnSpc>
                <a:spcPts val="1610"/>
              </a:lnSpc>
            </a:pP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수작업 </a:t>
            </a:r>
            <a:r>
              <a:rPr lang="en-US" altLang="ko-KR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 </a:t>
            </a:r>
            <a:r>
              <a:rPr lang="ko-KR" altLang="en-US" sz="1150" dirty="0">
                <a:solidFill>
                  <a:srgbClr val="7B7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그림책 스타일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744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F0B04-A935-1AB6-0A2E-E1650E1C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474CBD-6740-17E9-43EE-29CC13CC3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110" y="303988"/>
            <a:ext cx="4658036" cy="31250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884CC13-190F-3093-8D1E-F9050A9E4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991" y="303989"/>
            <a:ext cx="4705901" cy="31250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445DB13-0B41-513C-9BD6-43ECCAED8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855" y="3531896"/>
            <a:ext cx="4658037" cy="31250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C6B4375-AD33-DF84-6E47-D80F9639C9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7109" y="3531896"/>
            <a:ext cx="4658037" cy="312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2126A-2F2C-AF2F-4207-A99EF5A8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ECEF962-63B6-F2F3-2039-8C5CC9FEB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675" y="1989967"/>
            <a:ext cx="4658036" cy="31250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2807D36-26D6-7ED9-B009-40FACA49F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721" y="1989967"/>
            <a:ext cx="4691019" cy="311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04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160</Words>
  <Application>Microsoft Office PowerPoint</Application>
  <PresentationFormat>와이드스크린</PresentationFormat>
  <Paragraphs>33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Pretendard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베리의 코딩 유치원</dc:title>
  <dc:subject>PptxGenJS Presentation</dc:subject>
  <dc:creator>Figma Slides export</dc:creator>
  <cp:lastModifiedBy>한 미라</cp:lastModifiedBy>
  <cp:revision>34</cp:revision>
  <dcterms:created xsi:type="dcterms:W3CDTF">2026-08-28T01:55:52Z</dcterms:created>
  <dcterms:modified xsi:type="dcterms:W3CDTF">2026-09-18T08:43:24Z</dcterms:modified>
</cp:coreProperties>
</file>